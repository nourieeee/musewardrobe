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8" r:id="rId1"/>
  </p:sldMasterIdLst>
  <p:notesMasterIdLst>
    <p:notesMasterId r:id="rId20"/>
  </p:notesMasterIdLst>
  <p:sldIdLst>
    <p:sldId id="256" r:id="rId2"/>
    <p:sldId id="272" r:id="rId3"/>
    <p:sldId id="257" r:id="rId4"/>
    <p:sldId id="261" r:id="rId5"/>
    <p:sldId id="289" r:id="rId6"/>
    <p:sldId id="296" r:id="rId7"/>
    <p:sldId id="290" r:id="rId8"/>
    <p:sldId id="297" r:id="rId9"/>
    <p:sldId id="299" r:id="rId10"/>
    <p:sldId id="291" r:id="rId11"/>
    <p:sldId id="271" r:id="rId12"/>
    <p:sldId id="274" r:id="rId13"/>
    <p:sldId id="292" r:id="rId14"/>
    <p:sldId id="275" r:id="rId15"/>
    <p:sldId id="266" r:id="rId16"/>
    <p:sldId id="303" r:id="rId17"/>
    <p:sldId id="294" r:id="rId18"/>
    <p:sldId id="295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15B0C2D-4C2C-4D29-9CAB-4D51BC3E3223}" v="188" dt="2025-07-10T15:10:46.74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30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5AA899-FE35-4DCE-B45F-C5CDE00B3C11}" type="datetimeFigureOut">
              <a:rPr lang="en-IN" smtClean="0"/>
              <a:t>03-10-2025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6BD129-CE58-49B4-8738-C6640F48FC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72940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6BD129-CE58-49B4-8738-C6640F48FC55}" type="slidenum">
              <a:rPr lang="en-IN" smtClean="0"/>
              <a:t>15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35690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7E482B7-64E8-C69F-5806-5F521621F4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9012D486-C2FD-60B7-85C8-33DBF6BC11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6DB41764-7C76-C910-9989-5E5691837A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2F0D3-68EE-4874-897E-65A83755F55E}" type="datetimeFigureOut">
              <a:rPr lang="en-IN" smtClean="0"/>
              <a:t>03-10-2025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C1D2B380-F5D2-D510-99C6-0D9D783832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EBFE724F-5E05-70B0-B6EE-902E26B212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BC306-8A98-4DFE-BEAC-3355EAEC7D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41919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049D9FC-6EC7-16E4-6E3B-6B5A70A560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1665A61B-092F-1A5A-50F3-A1070DA5E5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D2F6F192-738D-9658-0970-294934F3F3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2F0D3-68EE-4874-897E-65A83755F55E}" type="datetimeFigureOut">
              <a:rPr lang="en-IN" smtClean="0"/>
              <a:t>03-10-2025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53BEEF01-1DF9-CE4F-1966-D73D9E189E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54D4DD56-31B7-FFFE-96AB-0B2E7CBFF2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BC306-8A98-4DFE-BEAC-3355EAEC7D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55355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0641175-A7C3-7ADD-8CB5-678C6F201E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D61DFE51-C8E2-B2FC-C932-11E09F2256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792DCFCA-5103-DF6B-E6AB-1E4E39505C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2F0D3-68EE-4874-897E-65A83755F55E}" type="datetimeFigureOut">
              <a:rPr lang="en-IN" smtClean="0"/>
              <a:t>03-10-2025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99B0500D-B430-2EC6-A962-1CCE5372A7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8DFD2E9B-7B69-7F8F-F211-0A2C97B702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BC306-8A98-4DFE-BEAC-3355EAEC7D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68336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5698B6E-DB76-F182-1A75-3A2A0D1D8E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47A6E6B9-ADA5-9D86-7411-18F92787302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A3D69B45-27D4-6B55-F5D5-7959DAFBFB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855DC84D-97E0-D4C0-05FE-251C9FED31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2F0D3-68EE-4874-897E-65A83755F55E}" type="datetimeFigureOut">
              <a:rPr lang="en-IN" smtClean="0"/>
              <a:t>03-10-2025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5E298A21-FBFB-BF75-65B8-13C6F59308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2DEDF49F-2650-0A0E-2EC1-28662FFE02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BC306-8A98-4DFE-BEAC-3355EAEC7D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44869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BD688A3-8337-9933-F18B-2F83F98151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50A5A5FA-8BA3-254D-52E0-49C5C89F45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B8D4A41C-F521-F0B8-1153-F87E43513E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21F3089D-EC88-14E7-F572-4B23FEBA119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2B9887CD-933A-954C-D174-E350606BED6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EBE4A074-C7E9-16ED-EE9D-DDA1EDB757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2F0D3-68EE-4874-897E-65A83755F55E}" type="datetimeFigureOut">
              <a:rPr lang="en-IN" smtClean="0"/>
              <a:t>03-10-2025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432015D3-9BEF-7119-C8C8-DB47823DE2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B14F2163-7008-FC2E-B9D6-CAFE860425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BC306-8A98-4DFE-BEAC-3355EAEC7D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28525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9D75276-E5F0-06F7-BD08-D7E912CE8D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438C7455-AFD8-F280-12A9-4484C94ADE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2F0D3-68EE-4874-897E-65A83755F55E}" type="datetimeFigureOut">
              <a:rPr lang="en-IN" smtClean="0"/>
              <a:t>03-10-2025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02B3CD27-E3F9-072D-5C4C-3C82D14B56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ADAF7D62-8DE6-0729-D4CD-12E6369669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BC306-8A98-4DFE-BEAC-3355EAEC7D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27567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E0B329B7-7B5C-A5DE-8A26-5D3946F33C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2F0D3-68EE-4874-897E-65A83755F55E}" type="datetimeFigureOut">
              <a:rPr lang="en-IN" smtClean="0"/>
              <a:t>03-10-2025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AAD08B68-D6F7-5695-64E8-ED6AEEDE90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45400772-3EE5-8778-30AA-C610638C05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BC306-8A98-4DFE-BEAC-3355EAEC7D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81489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2877185-6DC1-DBCC-70B5-D803035B25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B189994-6F9F-999D-F632-6B228CE62B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55E9B3BF-2EA2-E587-F6A2-CC869CCD2E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CDE08548-D082-B541-B31E-34C1EF745B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2F0D3-68EE-4874-897E-65A83755F55E}" type="datetimeFigureOut">
              <a:rPr lang="en-IN" smtClean="0"/>
              <a:t>03-10-2025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DEE965E0-47B1-2DF7-A929-E1C7A2BC11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ECF9C7C6-FBC3-957D-DC3E-6EEAF800E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BC306-8A98-4DFE-BEAC-3355EAEC7D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44943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5CE0433-F1DA-2033-53DF-5682AC6EB5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83454B97-5D4C-A3FF-5023-832994903C9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A11BD0AA-E794-F23B-B4D5-F06C908C70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D8E25A28-65A6-296A-4887-646548BB81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2F0D3-68EE-4874-897E-65A83755F55E}" type="datetimeFigureOut">
              <a:rPr lang="en-IN" smtClean="0"/>
              <a:t>03-10-2025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173F5124-3989-1579-8DEC-2DE956D888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11EE7D53-66C0-17F2-1255-BB424F00EB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BC306-8A98-4DFE-BEAC-3355EAEC7D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02161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39F1D7B-3661-AD4B-F6C1-AAB9CBE94F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C2C084A2-0447-7D74-8DB7-6E299E929C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69CA68EE-6950-8FF8-2711-E8E5F0AB4D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2F0D3-68EE-4874-897E-65A83755F55E}" type="datetimeFigureOut">
              <a:rPr lang="en-IN" smtClean="0"/>
              <a:t>03-10-2025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3F7BFD65-207C-5ECF-7A2C-063239BF9D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D7964102-2C94-3354-2B5E-460BC197DC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BC306-8A98-4DFE-BEAC-3355EAEC7D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89931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E43D9066-D6CB-B466-8178-24C804CE426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996EF373-58F6-8F20-2865-A4467A343C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CD6569A2-46EA-FD45-371C-CA39922606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2F0D3-68EE-4874-897E-65A83755F55E}" type="datetimeFigureOut">
              <a:rPr lang="en-IN" smtClean="0"/>
              <a:t>03-10-2025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72F902B6-4B85-B1D8-A77E-C50267CFCD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E6409825-8D59-83B9-1066-8BAC0A9C5C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BC306-8A98-4DFE-BEAC-3355EAEC7D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01278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A93A5A48-194B-6FCE-881F-DA108CDE8C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4AB93FCD-929E-B8E5-0DFF-BCAF993A88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5CD12D29-F0AA-ED91-F88A-1823DE94332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72F0D3-68EE-4874-897E-65A83755F55E}" type="datetimeFigureOut">
              <a:rPr lang="en-IN" smtClean="0"/>
              <a:t>03-10-2025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16E9D57C-F1C9-9BC9-6D92-2379623AB3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D5542434-0366-FDF9-877B-E54EF98678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5BC306-8A98-4DFE-BEAC-3355EAEC7D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29290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9" r:id="rId1"/>
    <p:sldLayoutId id="2147483750" r:id="rId2"/>
    <p:sldLayoutId id="2147483751" r:id="rId3"/>
    <p:sldLayoutId id="2147483752" r:id="rId4"/>
    <p:sldLayoutId id="2147483753" r:id="rId5"/>
    <p:sldLayoutId id="2147483754" r:id="rId6"/>
    <p:sldLayoutId id="2147483755" r:id="rId7"/>
    <p:sldLayoutId id="2147483756" r:id="rId8"/>
    <p:sldLayoutId id="2147483757" r:id="rId9"/>
    <p:sldLayoutId id="2147483758" r:id="rId10"/>
    <p:sldLayoutId id="21474837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xmlns="" id="{79B05646-2810-2157-8469-3CE82E6627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144683"/>
            <a:ext cx="9144000" cy="1615965"/>
          </a:xfrm>
        </p:spPr>
        <p:txBody>
          <a:bodyPr anchor="ctr">
            <a:normAutofit/>
          </a:bodyPr>
          <a:lstStyle/>
          <a:p>
            <a:r>
              <a:rPr lang="en-IN" sz="4900" dirty="0" err="1" smtClean="0">
                <a:latin typeface="Times New Roman"/>
                <a:cs typeface="Times New Roman"/>
              </a:rPr>
              <a:t>MuseWardrobe</a:t>
            </a:r>
            <a:r>
              <a:rPr lang="en-IN" sz="4900" dirty="0" smtClean="0">
                <a:latin typeface="Times New Roman"/>
                <a:cs typeface="Times New Roman"/>
              </a:rPr>
              <a:t> - AI Fashion Website</a:t>
            </a:r>
            <a:endParaRPr lang="en-IN" dirty="0">
              <a:latin typeface="Times New Roman"/>
              <a:ea typeface="Calibri Light"/>
              <a:cs typeface="Times New Roman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4B8DA959-6D4D-5009-72EF-DD87FB1E9A51}"/>
              </a:ext>
            </a:extLst>
          </p:cNvPr>
          <p:cNvSpPr txBox="1"/>
          <p:nvPr/>
        </p:nvSpPr>
        <p:spPr>
          <a:xfrm>
            <a:off x="457200" y="4398394"/>
            <a:ext cx="3210560" cy="132343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000" b="1" i="1" dirty="0">
                <a:solidFill>
                  <a:schemeClr val="accent1"/>
                </a:solidFill>
                <a:latin typeface="Times New Roman"/>
                <a:cs typeface="Times New Roman"/>
              </a:rPr>
              <a:t>Presented by :</a:t>
            </a:r>
          </a:p>
          <a:p>
            <a:r>
              <a:rPr lang="en-US" sz="2000" dirty="0" err="1" smtClean="0">
                <a:latin typeface="Times New Roman"/>
                <a:ea typeface="Calibri"/>
                <a:cs typeface="Calibri"/>
              </a:rPr>
              <a:t>Ayisha</a:t>
            </a:r>
            <a:r>
              <a:rPr lang="en-US" sz="2000" dirty="0" smtClean="0">
                <a:latin typeface="Times New Roman"/>
                <a:ea typeface="Calibri"/>
                <a:cs typeface="Calibri"/>
              </a:rPr>
              <a:t> </a:t>
            </a:r>
            <a:r>
              <a:rPr lang="en-US" sz="2000" dirty="0" err="1" smtClean="0">
                <a:latin typeface="Times New Roman"/>
                <a:ea typeface="Calibri"/>
                <a:cs typeface="Calibri"/>
              </a:rPr>
              <a:t>Nourin</a:t>
            </a:r>
            <a:r>
              <a:rPr lang="en-US" sz="2000" dirty="0" smtClean="0">
                <a:latin typeface="Times New Roman"/>
                <a:ea typeface="Calibri"/>
                <a:cs typeface="Calibri"/>
              </a:rPr>
              <a:t> </a:t>
            </a:r>
            <a:r>
              <a:rPr lang="en-US" sz="2000" dirty="0">
                <a:latin typeface="Times New Roman"/>
                <a:ea typeface="Calibri"/>
                <a:cs typeface="Calibri"/>
              </a:rPr>
              <a:t>P</a:t>
            </a:r>
          </a:p>
          <a:p>
            <a:r>
              <a:rPr lang="en-US" sz="2000" dirty="0" smtClean="0">
                <a:latin typeface="Times New Roman"/>
                <a:cs typeface="Times New Roman"/>
              </a:rPr>
              <a:t>FKAWBVW010</a:t>
            </a:r>
            <a:endParaRPr lang="en-US" sz="2000" dirty="0">
              <a:latin typeface="Times New Roman"/>
              <a:ea typeface="Calibri"/>
              <a:cs typeface="Times New Roman"/>
            </a:endParaRPr>
          </a:p>
          <a:p>
            <a:r>
              <a:rPr lang="en-US" sz="2000" dirty="0">
                <a:latin typeface="Times New Roman"/>
                <a:cs typeface="Times New Roman"/>
              </a:rPr>
              <a:t>BVOC SD</a:t>
            </a:r>
            <a:endParaRPr lang="en-US" sz="2000" dirty="0">
              <a:latin typeface="Times New Roman"/>
              <a:ea typeface="Calibri"/>
              <a:cs typeface="Times New Roman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xmlns="" id="{6151032F-0B7E-67F2-D7F8-1716F65ED4BA}"/>
              </a:ext>
            </a:extLst>
          </p:cNvPr>
          <p:cNvSpPr txBox="1"/>
          <p:nvPr/>
        </p:nvSpPr>
        <p:spPr>
          <a:xfrm>
            <a:off x="7418956" y="4399280"/>
            <a:ext cx="4630803" cy="163121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000" b="1" i="1" dirty="0">
                <a:solidFill>
                  <a:schemeClr val="accent1"/>
                </a:solidFill>
                <a:latin typeface="Times New Roman"/>
                <a:cs typeface="Times New Roman"/>
              </a:rPr>
              <a:t>Guided by :</a:t>
            </a:r>
          </a:p>
          <a:p>
            <a:r>
              <a:rPr lang="en-US" sz="2000" dirty="0">
                <a:latin typeface="Times New Roman"/>
                <a:ea typeface="Calibri"/>
                <a:cs typeface="Calibri"/>
              </a:rPr>
              <a:t>Mrs. Fathima kunhimuhammed</a:t>
            </a:r>
          </a:p>
          <a:p>
            <a:r>
              <a:rPr lang="en-US" sz="2000" dirty="0">
                <a:latin typeface="Times New Roman"/>
                <a:cs typeface="Times New Roman"/>
              </a:rPr>
              <a:t>Asst. Professor </a:t>
            </a:r>
            <a:endParaRPr lang="en-US" sz="2000" dirty="0">
              <a:latin typeface="Times New Roman"/>
              <a:ea typeface="Calibri"/>
              <a:cs typeface="Times New Roman"/>
            </a:endParaRPr>
          </a:p>
          <a:p>
            <a:r>
              <a:rPr lang="en-US" sz="2000" dirty="0">
                <a:latin typeface="Times New Roman"/>
                <a:cs typeface="Times New Roman"/>
              </a:rPr>
              <a:t>Department of Software Development</a:t>
            </a:r>
            <a:endParaRPr lang="en-US" sz="2000" dirty="0">
              <a:latin typeface="Times New Roman"/>
              <a:ea typeface="Calibri"/>
              <a:cs typeface="Times New Roman"/>
            </a:endParaRPr>
          </a:p>
          <a:p>
            <a:r>
              <a:rPr lang="en-US" sz="2000" dirty="0">
                <a:latin typeface="Times New Roman"/>
                <a:cs typeface="Times New Roman"/>
              </a:rPr>
              <a:t>Farook college (Autonomous)</a:t>
            </a:r>
            <a:endParaRPr lang="en-IN" sz="2000" dirty="0">
              <a:latin typeface="Times New Roman"/>
              <a:cs typeface="Times New Roman"/>
            </a:endParaRPr>
          </a:p>
        </p:txBody>
      </p:sp>
      <p:pic>
        <p:nvPicPr>
          <p:cNvPr id="14" name="Picture Placeholder 9">
            <a:extLst>
              <a:ext uri="{FF2B5EF4-FFF2-40B4-BE49-F238E27FC236}">
                <a16:creationId xmlns:a16="http://schemas.microsoft.com/office/drawing/2014/main" xmlns="" id="{62EE8F62-08E9-07EA-7056-7F2E6EB64AFC}"/>
              </a:ext>
            </a:extLst>
          </p:cNvPr>
          <p:cNvPicPr preferRelativeResize="0"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728498" y="236070"/>
            <a:ext cx="1875453" cy="2077946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xmlns="" id="{5A69AE15-B6A8-2615-F7C9-DA7645B6F936}"/>
              </a:ext>
            </a:extLst>
          </p:cNvPr>
          <p:cNvSpPr txBox="1"/>
          <p:nvPr/>
        </p:nvSpPr>
        <p:spPr>
          <a:xfrm>
            <a:off x="395831" y="589137"/>
            <a:ext cx="2844800" cy="132343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IN" sz="1600" dirty="0">
                <a:solidFill>
                  <a:schemeClr val="accent1"/>
                </a:solidFill>
                <a:latin typeface="Times New Roman"/>
                <a:cs typeface="Times New Roman"/>
              </a:rPr>
              <a:t>PROJECT WORK</a:t>
            </a:r>
            <a:endParaRPr lang="en-US" sz="1600" dirty="0">
              <a:solidFill>
                <a:schemeClr val="accent1"/>
              </a:solidFill>
              <a:latin typeface="Times New Roman"/>
              <a:cs typeface="Times New Roman"/>
            </a:endParaRPr>
          </a:p>
          <a:p>
            <a:r>
              <a:rPr lang="en-IN" sz="1600" dirty="0">
                <a:solidFill>
                  <a:schemeClr val="accent1"/>
                </a:solidFill>
                <a:latin typeface="Times New Roman"/>
                <a:cs typeface="Times New Roman"/>
              </a:rPr>
              <a:t>SIXTH SEMESTER</a:t>
            </a:r>
          </a:p>
          <a:p>
            <a:r>
              <a:rPr lang="en-IN" sz="1600" dirty="0">
                <a:solidFill>
                  <a:schemeClr val="accent1"/>
                </a:solidFill>
                <a:latin typeface="Times New Roman"/>
                <a:cs typeface="Times New Roman"/>
              </a:rPr>
              <a:t>B.VOC - SOFTWARE DEVELOPMENT</a:t>
            </a:r>
          </a:p>
          <a:p>
            <a:endParaRPr lang="en-IN" sz="16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2432669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curtains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0F58665-1896-697F-389B-D835C5BA87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dirty="0">
                <a:latin typeface="Times New Roman"/>
                <a:cs typeface="Times New Roman"/>
              </a:rPr>
              <a:t>Contents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B91C453-648E-B65D-3355-3692D9E5E9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87080"/>
            <a:ext cx="10515600" cy="448988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IN" sz="2000" dirty="0">
                <a:latin typeface="Times New Roman"/>
                <a:ea typeface="Calibri"/>
                <a:cs typeface="Calibri"/>
              </a:rPr>
              <a:t>Introduction</a:t>
            </a:r>
          </a:p>
          <a:p>
            <a:r>
              <a:rPr lang="en-IN" sz="2000" dirty="0">
                <a:latin typeface="Times New Roman"/>
                <a:ea typeface="Calibri"/>
                <a:cs typeface="Times New Roman"/>
              </a:rPr>
              <a:t>Literature</a:t>
            </a:r>
            <a:r>
              <a:rPr lang="en-IN" sz="2000" dirty="0">
                <a:latin typeface="Times New Roman"/>
                <a:cs typeface="Times New Roman"/>
              </a:rPr>
              <a:t> Survey</a:t>
            </a:r>
          </a:p>
          <a:p>
            <a:r>
              <a:rPr lang="en-IN" sz="2000" dirty="0">
                <a:latin typeface="Times New Roman"/>
                <a:cs typeface="Times New Roman"/>
              </a:rPr>
              <a:t>System architecture</a:t>
            </a:r>
          </a:p>
          <a:p>
            <a:r>
              <a:rPr lang="en-IN" sz="2000" dirty="0">
                <a:latin typeface="Times New Roman"/>
                <a:cs typeface="Times New Roman"/>
              </a:rPr>
              <a:t>Module description</a:t>
            </a:r>
          </a:p>
          <a:p>
            <a:r>
              <a:rPr lang="en-IN" sz="2000" dirty="0">
                <a:latin typeface="Times New Roman"/>
                <a:cs typeface="Times New Roman"/>
              </a:rPr>
              <a:t>Methodology</a:t>
            </a:r>
          </a:p>
          <a:p>
            <a:r>
              <a:rPr lang="en-IN" sz="2000" dirty="0">
                <a:latin typeface="Times New Roman"/>
                <a:cs typeface="Times New Roman"/>
              </a:rPr>
              <a:t>DFD</a:t>
            </a:r>
          </a:p>
          <a:p>
            <a:pPr marL="0" indent="0">
              <a:buNone/>
            </a:pPr>
            <a:endParaRPr lang="en-IN" sz="2000" dirty="0">
              <a:latin typeface="Times New Roman"/>
              <a:cs typeface="Times New Roman"/>
            </a:endParaRPr>
          </a:p>
          <a:p>
            <a:endParaRPr lang="en-IN" sz="2000" dirty="0">
              <a:latin typeface="Times New Roman"/>
              <a:cs typeface="Times New Roman"/>
            </a:endParaRPr>
          </a:p>
          <a:p>
            <a:endParaRPr lang="en-IN" sz="2000" dirty="0">
              <a:latin typeface="Times New Roman"/>
              <a:cs typeface="Times New Roman"/>
            </a:endParaRPr>
          </a:p>
          <a:p>
            <a:endParaRPr lang="en-IN" sz="20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1616026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4930961-1189-F5B8-A6DC-66B9665BC6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dirty="0">
                <a:latin typeface="Times New Roman"/>
                <a:cs typeface="Times New Roman"/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ABEEF2DE-6541-AFE9-E574-FF64DFB142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26788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just">
              <a:lnSpc>
                <a:spcPct val="100000"/>
              </a:lnSpc>
            </a:pPr>
            <a:r>
              <a:rPr lang="en-US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MuseWardrobe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combines outfit generation, AI fashion </a:t>
            </a:r>
            <a:r>
              <a:rPr lang="en-US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chatbot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and style management in one platform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just">
              <a:lnSpc>
                <a:spcPct val="100000"/>
              </a:lnSpc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Users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enter style </a:t>
            </a:r>
            <a:r>
              <a:rPr lang="en-US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prefernces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get personalized outfit suggestions and save favorite looks.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</a:pPr>
            <a:r>
              <a:rPr lang="en-IN" sz="200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Includes </a:t>
            </a:r>
            <a:r>
              <a:rPr lang="en-IN" sz="2000" dirty="0" smtClean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product search links and dashboard to track saved outfits.</a:t>
            </a:r>
          </a:p>
          <a:p>
            <a:pPr algn="just">
              <a:lnSpc>
                <a:spcPct val="100000"/>
              </a:lnSpc>
            </a:pPr>
            <a:r>
              <a:rPr lang="en-IN" sz="200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 </a:t>
            </a:r>
            <a:r>
              <a:rPr lang="en-IN" sz="2000" dirty="0" smtClean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provides instant AI advice through the </a:t>
            </a:r>
            <a:r>
              <a:rPr lang="en-IN" sz="2000" dirty="0" err="1" smtClean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chatbot</a:t>
            </a:r>
            <a:r>
              <a:rPr lang="en-IN" sz="2000" dirty="0" smtClean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 for style guidance.</a:t>
            </a:r>
            <a:endParaRPr lang="en-IN" sz="2000" dirty="0">
              <a:latin typeface="Times New Roman" panose="02020603050405020304" pitchFamily="18" charset="0"/>
              <a:ea typeface="+mn-lt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</a:pPr>
            <a:r>
              <a:rPr lang="en-IN" sz="200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Designed with clean, user-friendly interface for easy navigation</a:t>
            </a:r>
          </a:p>
          <a:p>
            <a:pPr algn="just">
              <a:lnSpc>
                <a:spcPct val="100000"/>
              </a:lnSpc>
            </a:pPr>
            <a:r>
              <a:rPr lang="en-IN" sz="200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Aims to promote </a:t>
            </a:r>
            <a:r>
              <a:rPr lang="en-IN" sz="2000" dirty="0" smtClean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personalized styling, fashion exploration, and convenience for users. </a:t>
            </a:r>
            <a:endParaRPr lang="en-IN" sz="2000" dirty="0">
              <a:latin typeface="Times New Roman" panose="02020603050405020304" pitchFamily="18" charset="0"/>
              <a:ea typeface="+mn-lt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40465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B48647E-1C97-E20C-E3F1-1CAE00E6F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6575"/>
            <a:ext cx="10515600" cy="1033399"/>
          </a:xfrm>
        </p:spPr>
        <p:txBody>
          <a:bodyPr>
            <a:normAutofit fontScale="90000"/>
          </a:bodyPr>
          <a:lstStyle/>
          <a:p>
            <a:r>
              <a:rPr lang="en-IN" dirty="0">
                <a:latin typeface="Times New Roman"/>
                <a:cs typeface="Times New Roman"/>
              </a:rPr>
              <a:t/>
            </a:r>
            <a:br>
              <a:rPr lang="en-IN" dirty="0">
                <a:latin typeface="Times New Roman"/>
                <a:cs typeface="Times New Roman"/>
              </a:rPr>
            </a:br>
            <a:r>
              <a:rPr lang="en-IN" dirty="0">
                <a:latin typeface="Times New Roman"/>
                <a:cs typeface="Times New Roman"/>
              </a:rPr>
              <a:t>Literature Survey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xmlns="" id="{72719FE5-0F6E-F195-7930-E5CA91F246A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93452" y="1294552"/>
            <a:ext cx="10605096" cy="47089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Various fashion platforms like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Fashwell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StitchFix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Zalando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help users discover outfits and get fashion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recommendations.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0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Fashwell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focuses on AI-based clothing recognition and product suggestions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StitchFix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personalizes fashion choices using style quizzes and subscription boxes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Zalando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offers curated recommendations based on user browsing and purchase history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0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existing platforms suggest individual products, not complete outfits or integrated style advice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0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often need multiple platforms for outfit ideas, shopping, and style guidance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0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Studies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 that integrated AI-powered fashion platforms improve user engagement, personalization, and overall styling experience.</a:t>
            </a: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54682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C6281A2-B828-30F9-ABCE-6824688AD3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latin typeface="Times New Roman"/>
                <a:ea typeface="Calibri Light"/>
                <a:cs typeface="Calibri Light"/>
              </a:rPr>
              <a:t>System architecture</a:t>
            </a:r>
            <a:endParaRPr lang="en-US" sz="4000" dirty="0" err="1">
              <a:latin typeface="Times New Roman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08D8F40E-1AAC-0768-9BFD-4ADB99623D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87080"/>
            <a:ext cx="10515600" cy="4651519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IN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Frontend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(Client Side)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Developed using Next.js and Tailwind CSS for responsive web design and smooth user experience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Includes UI screens like Home, Login/Signup, Outfit Generator, Outfit Detail, Fashion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Chatbot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User Dashboard, and About/Help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Handles animations, AI-generated outputs, product links, and responsive layout across devices.</a:t>
            </a:r>
            <a:endParaRPr lang="en-US" sz="2000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51795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82F9AB0-E2C1-3116-64E3-B8399C4A46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000" dirty="0" smtClean="0">
                <a:latin typeface="Times New Roman"/>
                <a:ea typeface="Calibri Light"/>
                <a:cs typeface="Calibri Light"/>
              </a:rPr>
              <a:t/>
            </a:r>
            <a:br>
              <a:rPr lang="en-US" sz="4000" dirty="0" smtClean="0">
                <a:latin typeface="Times New Roman"/>
                <a:ea typeface="Calibri Light"/>
                <a:cs typeface="Calibri Light"/>
              </a:rPr>
            </a:br>
            <a:r>
              <a:rPr lang="en-US" sz="4000" dirty="0">
                <a:latin typeface="Times New Roman"/>
                <a:ea typeface="Calibri Light"/>
                <a:cs typeface="Calibri Light"/>
              </a:rPr>
              <a:t/>
            </a:r>
            <a:br>
              <a:rPr lang="en-US" sz="4000" dirty="0">
                <a:latin typeface="Times New Roman"/>
                <a:ea typeface="Calibri Light"/>
                <a:cs typeface="Calibri Light"/>
              </a:rPr>
            </a:br>
            <a:r>
              <a:rPr lang="en-US" dirty="0">
                <a:latin typeface="Times New Roman"/>
                <a:ea typeface="Calibri Light"/>
                <a:cs typeface="Calibri Light"/>
              </a:rPr>
              <a:t>System architecture</a:t>
            </a:r>
            <a:r>
              <a:rPr lang="en-US" sz="4000" dirty="0">
                <a:latin typeface="Times New Roman"/>
                <a:ea typeface="Calibri Light"/>
                <a:cs typeface="Calibri Light"/>
              </a:rPr>
              <a:t/>
            </a:r>
            <a:br>
              <a:rPr lang="en-US" sz="4000" dirty="0">
                <a:latin typeface="Times New Roman"/>
                <a:ea typeface="Calibri Light"/>
                <a:cs typeface="Calibri Light"/>
              </a:rPr>
            </a:br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4000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xmlns="" id="{EE25C5C1-5319-E4E7-115D-4D01C477A9A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27736" y="1721215"/>
            <a:ext cx="10199549" cy="41344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Stores user profiles, saved outfits, and style preferences.</a:t>
            </a:r>
          </a:p>
          <a:p>
            <a:pPr>
              <a:lnSpc>
                <a:spcPct val="150000"/>
              </a:lnSpc>
            </a:pP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sync support for live updates.</a:t>
            </a:r>
          </a:p>
          <a:p>
            <a:pPr>
              <a:lnSpc>
                <a:spcPct val="150000"/>
              </a:lnSpc>
            </a:pP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Ensures data consistency, integrity, and security.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Additional Components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Authentication: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Firebase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Auth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user login and signup. </a:t>
            </a: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Storage</a:t>
            </a:r>
            <a:r>
              <a:rPr kumimoji="0" lang="en-US" altLang="en-US" sz="20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Firebase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Firestore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/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Realtime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Database to store outfits, dashboard data, and user preferences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39988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B871F34-29F8-AACB-7B24-4391BCE9E9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29012"/>
            <a:ext cx="10515600" cy="1325563"/>
          </a:xfrm>
        </p:spPr>
        <p:txBody>
          <a:bodyPr>
            <a:normAutofit/>
          </a:bodyPr>
          <a:lstStyle/>
          <a:p>
            <a:r>
              <a:rPr lang="en-IN" sz="4000" dirty="0">
                <a:latin typeface="Times New Roman"/>
                <a:cs typeface="Times New Roman"/>
              </a:rPr>
              <a:t>Module description</a:t>
            </a:r>
            <a:endParaRPr lang="en-US" sz="4000" dirty="0">
              <a:latin typeface="Times New Roman"/>
              <a:cs typeface="Times New Roman"/>
            </a:endParaRPr>
          </a:p>
          <a:p>
            <a:endParaRPr lang="en-US" sz="4000" dirty="0">
              <a:ea typeface="Calibri Light"/>
              <a:cs typeface="Calibri Light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xmlns="" id="{178B40F7-0B91-2A6E-46EF-8551C059CFB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93433" y="1367522"/>
            <a:ext cx="10515600" cy="7478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1.User Authentication Module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Handles sign-up, login, logout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Stores user credentials 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securely using Firebase Auth.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Enables session 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management for personalized experience.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US" alt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Outfit Generator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Module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Allows users to 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enter preferences(fabric,</a:t>
            </a:r>
            <a:r>
              <a:rPr kumimoji="0" lang="en-US" altLang="en-US" sz="20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color, occasion, body type, style).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Generates</a:t>
            </a:r>
            <a:r>
              <a:rPr kumimoji="0" lang="en-US" altLang="en-US" sz="20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AI-based outfit suggestions.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Includes product search links and option to save favorites.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en-US" altLang="en-US" sz="20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en-US" altLang="en-US" sz="20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20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20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20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20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20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20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en-US" altLang="en-US" sz="20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xmlns="" id="{E9F8B69F-75E8-8E2C-4A58-6A495413EB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46110" y="1367522"/>
            <a:ext cx="18473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14688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D1DC852-C158-F470-9F19-0D4CDFFB26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97621"/>
            <a:ext cx="10515600" cy="1067327"/>
          </a:xfrm>
        </p:spPr>
        <p:txBody>
          <a:bodyPr>
            <a:normAutofit/>
          </a:bodyPr>
          <a:lstStyle/>
          <a:p>
            <a:r>
              <a:rPr lang="en-IN" sz="4000" dirty="0">
                <a:latin typeface="Times New Roman"/>
                <a:cs typeface="Times New Roman"/>
              </a:rPr>
              <a:t>Module description</a:t>
            </a:r>
            <a:endParaRPr lang="en-IN" sz="40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xmlns="" id="{C7CF193A-C9A2-AB61-97C4-AC49E02044C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964949"/>
            <a:ext cx="10872831" cy="3323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en-US" alt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Fashion </a:t>
            </a:r>
            <a:r>
              <a:rPr lang="en-US" altLang="en-US" sz="2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Chatbot</a:t>
            </a:r>
            <a:r>
              <a:rPr lang="en-US" alt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Module</a:t>
            </a: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Let users ask style questions and get instant AI advice.</a:t>
            </a: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Helps</a:t>
            </a:r>
            <a:r>
              <a:rPr kumimoji="0" lang="en-US" altLang="en-US" sz="20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users make better fashion choices based on AI suggestions.</a:t>
            </a: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4. </a:t>
            </a:r>
            <a:r>
              <a:rPr lang="en-US" alt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User Dashboard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Module</a:t>
            </a: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Central</a:t>
            </a:r>
            <a:r>
              <a:rPr kumimoji="0" lang="en-US" altLang="en-US" sz="20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screen showing saved outfits and personal style profile.</a:t>
            </a: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Gives</a:t>
            </a:r>
            <a:r>
              <a:rPr kumimoji="0" lang="en-US" altLang="en-US" sz="20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 snapshot of favorite looks and past AI suggestions.</a:t>
            </a: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90113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74B4AE1-7DE2-B919-6194-98BE9EC2DE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302004"/>
            <a:ext cx="10515600" cy="2961314"/>
          </a:xfrm>
        </p:spPr>
        <p:txBody>
          <a:bodyPr>
            <a:normAutofit/>
          </a:bodyPr>
          <a:lstStyle/>
          <a:p>
            <a:r>
              <a:rPr lang="en-IN" sz="4000" dirty="0">
                <a:latin typeface="Times New Roman"/>
                <a:cs typeface="Times New Roman"/>
              </a:rPr>
              <a:t>Module description</a:t>
            </a:r>
            <a:endParaRPr lang="en-IN" sz="40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xmlns="" id="{A730CB71-F134-773B-3CF6-CF89B839BD9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728652"/>
            <a:ext cx="10830886" cy="20672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5. </a:t>
            </a:r>
            <a:r>
              <a:rPr lang="en-US" alt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User Profile 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Module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Allow users to manage personal style preferences.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Display saved outfits, AI suggestions, and dashboard summary.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83555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07C357C-B16B-E14E-4154-1A1A6EE63B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410761" cy="1046365"/>
          </a:xfrm>
        </p:spPr>
        <p:txBody>
          <a:bodyPr>
            <a:normAutofit/>
          </a:bodyPr>
          <a:lstStyle/>
          <a:p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Development Methodology</a:t>
            </a:r>
            <a:r>
              <a:rPr lang="en-US" sz="4000" dirty="0">
                <a:latin typeface="Times New Roman" panose="02020603050405020304" pitchFamily="18" charset="0"/>
                <a:ea typeface="Calibri Light"/>
                <a:cs typeface="Times New Roman" panose="02020603050405020304" pitchFamily="18" charset="0"/>
              </a:rPr>
              <a:t> 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xmlns="" id="{780A3CB3-5B56-9215-565D-EA8A7C2D4C6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247277"/>
            <a:ext cx="10570321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Agile Development Model is used for building </a:t>
            </a:r>
            <a:r>
              <a:rPr lang="en-US" altLang="en-US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MuseWardrobe</a:t>
            </a:r>
            <a:r>
              <a:rPr kumimoji="0" lang="en-US" altLang="en-US" sz="20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Focuses on iterative and incremental development.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The project is divided into small, manageable modules (like </a:t>
            </a:r>
            <a:r>
              <a:rPr lang="en-US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outfit generator</a:t>
            </a:r>
            <a:r>
              <a:rPr kumimoji="0" lang="en-US" altLang="en-US" sz="20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fashion</a:t>
            </a:r>
            <a:r>
              <a:rPr kumimoji="0" lang="en-US" altLang="en-US" sz="200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i="0" u="none" strike="noStrike" cap="none" normalizeH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chatbot</a:t>
            </a:r>
            <a:r>
              <a:rPr kumimoji="0" lang="en-US" altLang="en-US" sz="20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dashboard etc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.).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Each module is developed, tested, and refined in short cycles (sprints).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Allows early detection of bugs and reduces development risks.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Ensures smooth collaboration and tracking of progress.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Suitable for apps with </a:t>
            </a:r>
            <a:r>
              <a:rPr kumimoji="0" lang="en-US" altLang="en-US" sz="20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evolving AI features and user</a:t>
            </a:r>
            <a:r>
              <a:rPr kumimoji="0" lang="en-US" altLang="en-US" sz="200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personalization,</a:t>
            </a:r>
            <a:r>
              <a:rPr kumimoji="0" lang="en-US" altLang="en-US" sz="20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like </a:t>
            </a:r>
            <a:r>
              <a:rPr lang="en-US" altLang="en-US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MuseWardrobe</a:t>
            </a:r>
            <a:r>
              <a:rPr kumimoji="0" lang="en-US" altLang="en-US" sz="20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01746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65D830D-B55F-604E-E905-63DE011FC4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5566"/>
            <a:ext cx="10515600" cy="1325563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IN" sz="4000" dirty="0">
                <a:latin typeface="Times New Roman"/>
                <a:ea typeface="Calibri Light"/>
                <a:cs typeface="Calibri Light"/>
              </a:rPr>
              <a:t>DFD Level 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2C0D5950-A782-F62D-BA21-CA7C48FBAA22}"/>
              </a:ext>
            </a:extLst>
          </p:cNvPr>
          <p:cNvSpPr txBox="1"/>
          <p:nvPr/>
        </p:nvSpPr>
        <p:spPr>
          <a:xfrm>
            <a:off x="524933" y="3327205"/>
            <a:ext cx="11142134" cy="2400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Flows: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→ Website: Inputs preferences (fabric, color, occasion, body type, style) / asks fashion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queries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Website → Database (Firebase): Store user data (profile, saved outfits, chat history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→ Website: Retrieve saved outfits, user profile, past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Website → User: Provides AI outfit suggestions,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chatbot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responses, style insights, notifications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137" y="1603904"/>
            <a:ext cx="9127596" cy="1367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60483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61AB5AA-F579-482E-99E0-9453ECE609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6470"/>
            <a:ext cx="10515600" cy="1325563"/>
          </a:xfrm>
        </p:spPr>
        <p:txBody>
          <a:bodyPr>
            <a:normAutofit/>
          </a:bodyPr>
          <a:lstStyle/>
          <a:p>
            <a:r>
              <a:rPr lang="en-IN" sz="4000" dirty="0">
                <a:latin typeface="Times New Roman"/>
                <a:ea typeface="Calibri Light"/>
                <a:cs typeface="Calibri Light"/>
              </a:rPr>
              <a:t>DFD Level 1</a:t>
            </a:r>
            <a:r>
              <a:rPr lang="en-IN" sz="4000" dirty="0">
                <a:ea typeface="Calibri Light"/>
                <a:cs typeface="Calibri Light"/>
              </a:rPr>
              <a:t> 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xmlns="" id="{04AFD35C-5630-27BE-54F3-20121458F86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1" y="3257403"/>
            <a:ext cx="9944356" cy="8720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en-US" altLang="en-US" sz="1800" b="0" i="0" u="none" strike="noStrike" cap="none" normalizeH="0" baseline="0" dirty="0">
              <a:ln>
                <a:noFill/>
              </a:ln>
              <a:effectLst/>
              <a:latin typeface="Arial"/>
              <a:cs typeface="Arial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734" y="1820332"/>
            <a:ext cx="11032066" cy="4351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6339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80E2D64-2555-4284-A5D3-29EAACF1E3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09600"/>
            <a:ext cx="9754111" cy="948266"/>
          </a:xfrm>
        </p:spPr>
        <p:txBody>
          <a:bodyPr>
            <a:normAutofit/>
          </a:bodyPr>
          <a:lstStyle/>
          <a:p>
            <a:r>
              <a:rPr lang="en-US" sz="4000" dirty="0" smtClean="0">
                <a:latin typeface="Times New Roman"/>
              </a:rPr>
              <a:t>Next.js</a:t>
            </a:r>
            <a:r>
              <a:rPr lang="en-US" dirty="0" smtClean="0">
                <a:latin typeface="Times New Roman"/>
              </a:rPr>
              <a:t> </a:t>
            </a:r>
            <a:endParaRPr lang="en-US" dirty="0">
              <a:latin typeface="Times New Roman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E6154BE5-FCCD-B980-D2EB-307DFBF90C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React-based framework for building fast and scalable web applications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create dynamic pages and manage routing easily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server-side rendering for better performance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087777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xmlns="" id="{53342A50-1C83-64EF-B993-E03BABDA7C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Tailwind CSS</a:t>
            </a: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xmlns="" id="{721A7BC6-2B12-D3F7-5273-3F94581F86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75789"/>
            <a:ext cx="10515600" cy="5017086"/>
          </a:xfrm>
        </p:spPr>
        <p:txBody>
          <a:bodyPr>
            <a:normAutofit/>
          </a:bodyPr>
          <a:lstStyle/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It is a utility-first CSS framework.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Proivdes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ready-to-use classes for styling.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Helps build modern, responsive UIs faster.</a:t>
            </a:r>
          </a:p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Removes the need to write custom CSS for everything.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15174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F810B4C3-77E9-F420-6FC7-EC9CD2B203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B577E3B-CB8D-6BD2-0AD9-635C142B53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7687" y="101238"/>
            <a:ext cx="10515600" cy="1325563"/>
          </a:xfrm>
        </p:spPr>
        <p:txBody>
          <a:bodyPr/>
          <a:lstStyle/>
          <a:p>
            <a:r>
              <a:rPr lang="en-IN" dirty="0" smtClean="0">
                <a:latin typeface="Times New Roman"/>
                <a:cs typeface="Times New Roman"/>
              </a:rPr>
              <a:t>  </a:t>
            </a:r>
            <a:r>
              <a:rPr lang="en-IN" sz="4000" dirty="0" smtClean="0">
                <a:latin typeface="Times New Roman"/>
                <a:cs typeface="Times New Roman"/>
              </a:rPr>
              <a:t>Firebase</a:t>
            </a:r>
            <a:endParaRPr lang="en-IN" sz="4000" dirty="0">
              <a:latin typeface="Times New Roman"/>
              <a:cs typeface="Times New Roman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071EC46C-88F1-75C1-4A22-1B2967ADCD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2259" y="1334672"/>
            <a:ext cx="10515600" cy="4351338"/>
          </a:xfrm>
        </p:spPr>
        <p:txBody>
          <a:bodyPr>
            <a:normAutofit/>
          </a:bodyPr>
          <a:lstStyle/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It is a cloud based platform by Google.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backend services for web &amp; mobile apps.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Helps developers build apps faster without managing servers.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real-time data, authentication, hosting, and more.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90136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42B4206-DF2E-1323-A6DC-7BC718D54B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5902" y="156471"/>
            <a:ext cx="10686922" cy="1224334"/>
          </a:xfrm>
        </p:spPr>
        <p:txBody>
          <a:bodyPr>
            <a:normAutofit/>
          </a:bodyPr>
          <a:lstStyle/>
          <a:p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 &amp; Learnings</a:t>
            </a: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xmlns="" id="{0F375F75-3DB6-FAEF-4B38-D933A85C87E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15462" y="1153903"/>
            <a:ext cx="8612166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Learned UI design and state management using Next.js and Tailwind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CSS.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Faced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 in data storage and real-time updates → solved using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Firebase.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0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Understood app architecture and state management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concepts.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0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Improved debugging &amp; problem-solving skills.</a:t>
            </a:r>
          </a:p>
        </p:txBody>
      </p:sp>
    </p:spTree>
    <p:extLst>
      <p:ext uri="{BB962C8B-B14F-4D97-AF65-F5344CB8AC3E}">
        <p14:creationId xmlns:p14="http://schemas.microsoft.com/office/powerpoint/2010/main" val="6428845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F7DC988-30A7-80CE-FBA6-0655097BDE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9AA9744-96CA-C6A3-1FCB-33A3342ABC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 algn="ctr">
              <a:buNone/>
            </a:pPr>
            <a:r>
              <a:rPr lang="en-US" dirty="0">
                <a:ea typeface="Calibri"/>
                <a:cs typeface="Calibri"/>
              </a:rPr>
              <a:t>                     </a:t>
            </a:r>
          </a:p>
          <a:p>
            <a:pPr algn="ctr"/>
            <a:endParaRPr lang="en-US" dirty="0">
              <a:ea typeface="Calibri"/>
              <a:cs typeface="Calibri"/>
            </a:endParaRPr>
          </a:p>
          <a:p>
            <a:pPr marL="0" indent="0" algn="ctr">
              <a:buNone/>
            </a:pPr>
            <a:endParaRPr lang="en-US" dirty="0">
              <a:ea typeface="Calibri"/>
              <a:cs typeface="Calibri"/>
            </a:endParaRPr>
          </a:p>
          <a:p>
            <a:pPr marL="0" indent="0" algn="ctr">
              <a:buNone/>
            </a:pPr>
            <a:r>
              <a:rPr lang="en-US" sz="4400" dirty="0">
                <a:latin typeface="Times New Roman"/>
                <a:ea typeface="Calibri"/>
                <a:cs typeface="Calibri"/>
              </a:rPr>
              <a:t>Q and A</a:t>
            </a:r>
          </a:p>
        </p:txBody>
      </p:sp>
    </p:spTree>
    <p:extLst>
      <p:ext uri="{BB962C8B-B14F-4D97-AF65-F5344CB8AC3E}">
        <p14:creationId xmlns:p14="http://schemas.microsoft.com/office/powerpoint/2010/main" val="16634296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0B16760-0CE6-C42E-E5B2-568C2B1F22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C9A13C3B-3075-42E6-446A-F49C1B402D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algn="ctr"/>
            <a:endParaRPr lang="en-US" dirty="0">
              <a:ea typeface="Calibri"/>
              <a:cs typeface="Calibri"/>
            </a:endParaRPr>
          </a:p>
          <a:p>
            <a:pPr algn="ctr"/>
            <a:endParaRPr lang="en-US" dirty="0">
              <a:ea typeface="Calibri"/>
              <a:cs typeface="Calibri"/>
            </a:endParaRPr>
          </a:p>
          <a:p>
            <a:pPr marL="0" indent="0" algn="ctr">
              <a:buNone/>
            </a:pPr>
            <a:r>
              <a:rPr lang="en-US" sz="4400" dirty="0">
                <a:latin typeface="Times New Roman"/>
                <a:ea typeface="Calibri"/>
                <a:cs typeface="Calibri"/>
              </a:rPr>
              <a:t>thank you...</a:t>
            </a:r>
          </a:p>
        </p:txBody>
      </p:sp>
    </p:spTree>
    <p:extLst>
      <p:ext uri="{BB962C8B-B14F-4D97-AF65-F5344CB8AC3E}">
        <p14:creationId xmlns:p14="http://schemas.microsoft.com/office/powerpoint/2010/main" val="5058073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1036</TotalTime>
  <Words>831</Words>
  <Application>Microsoft Office PowerPoint</Application>
  <PresentationFormat>Widescreen</PresentationFormat>
  <Paragraphs>122</Paragraphs>
  <Slides>18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Calibri</vt:lpstr>
      <vt:lpstr>Calibri Light</vt:lpstr>
      <vt:lpstr>Times New Roman</vt:lpstr>
      <vt:lpstr>Office Theme</vt:lpstr>
      <vt:lpstr>MuseWardrobe - AI Fashion Website</vt:lpstr>
      <vt:lpstr>Contents</vt:lpstr>
      <vt:lpstr>Introduction</vt:lpstr>
      <vt:lpstr> Literature Survey</vt:lpstr>
      <vt:lpstr>System architecture</vt:lpstr>
      <vt:lpstr>  System architecture  </vt:lpstr>
      <vt:lpstr>Module description </vt:lpstr>
      <vt:lpstr>Module description</vt:lpstr>
      <vt:lpstr>Module description</vt:lpstr>
      <vt:lpstr>Development Methodology </vt:lpstr>
      <vt:lpstr>DFD Level 0</vt:lpstr>
      <vt:lpstr>DFD Level 1 </vt:lpstr>
      <vt:lpstr>Next.js </vt:lpstr>
      <vt:lpstr>Tailwind CSS</vt:lpstr>
      <vt:lpstr>  Firebase</vt:lpstr>
      <vt:lpstr>Challenges &amp; Learnings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Inscribe-blog website</dc:title>
  <dc:creator>Rebin Riyas A. T</dc:creator>
  <cp:lastModifiedBy>DELL</cp:lastModifiedBy>
  <cp:revision>398</cp:revision>
  <dcterms:created xsi:type="dcterms:W3CDTF">2024-12-19T07:25:07Z</dcterms:created>
  <dcterms:modified xsi:type="dcterms:W3CDTF">2025-10-03T04:36:35Z</dcterms:modified>
</cp:coreProperties>
</file>